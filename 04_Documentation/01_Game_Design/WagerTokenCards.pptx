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52DB-87B4-E05B-3C08-AA44F37B9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2D91A-E699-2E0E-9651-AB306B96F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A8562-A5CE-1C8D-F572-B88B417F5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332C2-395E-EF34-215D-8472C548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64028-B75F-AB2F-8743-F9F36428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343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28CD-6B39-77D8-57F4-5B4B24BC3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AAF03-32ED-6A48-54C2-AF99F446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87CE4-5964-54AF-54C6-04F5CC3A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51BF3-7553-A1A0-7C23-B0D959FA7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AF0C8-9323-B881-E796-0E1D92888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748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8609-BD0B-8303-21D8-3BB2AE16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DCF59-ED41-A166-EF20-27620604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A1ABF-00CE-4FC6-3C53-FC1E4EE10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485C7-65F4-2C69-ABE6-3DAE4D73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0CAAC-EDB6-B274-D89F-FBED6C32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01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05EC5-7B76-B867-311C-974EFEC76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83B74-888F-6210-218F-BB26C41A3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1508C-C639-5FC1-57FF-42F27CC9F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19147-9650-8C1E-1D44-39024A45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46827-BCE1-4D00-D897-24B7F34A0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A2A2B-574D-4C43-9A34-C379148B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26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615B-9208-D3EF-424B-F7E07C2AE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E8251-8773-5CF6-871B-17C83F335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228C7-5A9B-D73B-0C65-B1954669F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1362BA-1A4C-99AE-7624-3825956B8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DF0F20-3A81-B951-934D-BD0A2EA93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2C65AF-AD16-9914-5CC5-55E90DEB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1D219C-F244-662D-D379-70417EC70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30810-858B-E2E8-8AD8-051AAD0D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433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F5CB5-0646-09CA-E02D-98671EF9C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07F319-C97E-CBBD-D231-D41C98DA6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B4542-ABE2-F827-DC39-3137490A9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B9A1D-3791-A9D5-9CA9-5F0E1F7A2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48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173F5-DC23-7203-736A-73E723CE1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D32B35-8B3D-CBC6-F668-E8EDBD6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DF37F5-03C0-2C96-F98C-8679875E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561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AABC5-962C-1C73-4D02-2F41BB74B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6485-DF85-BAC1-3E86-D03D27FBF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0C4C9-6D26-AAC4-1FB3-0A5E9BCAF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D4F16-BF36-A3E4-1511-DB7F47AB8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6ED4D-9296-C17C-80B1-E697883ED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CB884-1CEA-C9DC-549A-E50ED9B7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8933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40A0-100C-B023-222B-CAAAA20C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37535-0ABE-8F97-EC58-FD9B9B6BE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B1541-655E-298C-5516-A09731DA4B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F4C7E-65F6-A2E8-60BB-639F00BD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337175-AEF8-B53C-BA16-DF1FB010A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BEFA8-91CC-E67A-8D8F-20ACFC72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40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CAF7-073A-FC37-382B-67EABA11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4CB553-2966-A39F-4A5F-6C81E4DC5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215F0-C309-2B9A-D34D-ACC1CE95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F228-B2F7-B7DE-0F57-A95A573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27F5F-02BF-1832-7283-3D6A0C47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023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64317-E3C3-F0F0-A721-23AE8B28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22843-C0FD-B9D1-62F0-0030B457A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27F56-4856-D37F-AB3D-22AF0C7FE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4C096-219B-CAE1-6CA0-A5E54291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2F117-BE43-12AF-ADA8-76B6AB2F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687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4126F-C4C9-6C98-24F8-D8C2BA852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8114E-DE33-6454-973F-4D7C61702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6DAB3-6D2C-DE9A-1FDB-0FC33C7A5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BC583-3D24-4C89-9F02-A363836E956C}" type="datetimeFigureOut">
              <a:rPr lang="en-AU" smtClean="0"/>
              <a:t>24/01/2026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5EC51-853D-C863-0BCC-0A2A27EBE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54A65-B20B-B4A3-B42B-3F4EEAC98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82D456-F8B2-43B4-857F-121DDEA1C8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4747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3E7180-833A-140A-899B-AC7E1C95DFAF}"/>
              </a:ext>
            </a:extLst>
          </p:cNvPr>
          <p:cNvSpPr/>
          <p:nvPr/>
        </p:nvSpPr>
        <p:spPr>
          <a:xfrm>
            <a:off x="932224" y="1006443"/>
            <a:ext cx="5553075" cy="24765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842870-D626-76D6-2C50-C7852095B3F0}"/>
              </a:ext>
            </a:extLst>
          </p:cNvPr>
          <p:cNvSpPr/>
          <p:nvPr/>
        </p:nvSpPr>
        <p:spPr>
          <a:xfrm>
            <a:off x="1086416" y="1168462"/>
            <a:ext cx="5269117" cy="2152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lephant" panose="02020904090505020303" pitchFamily="18" charset="0"/>
                <a:cs typeface="Aldhabi" panose="020F0502020204030204" pitchFamily="2" charset="-78"/>
              </a:rPr>
              <a:t>High Risk Wager</a:t>
            </a:r>
          </a:p>
          <a:p>
            <a:pPr algn="ctr"/>
            <a:r>
              <a:rPr lang="en-AU" sz="5400" dirty="0">
                <a:solidFill>
                  <a:sysClr val="windowText" lastClr="000000"/>
                </a:solidFill>
              </a:rPr>
              <a:t>⚡⚡⚡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FA1AB0-D3A2-2D38-B5AD-3AF8F7CE69C7}"/>
              </a:ext>
            </a:extLst>
          </p:cNvPr>
          <p:cNvSpPr/>
          <p:nvPr/>
        </p:nvSpPr>
        <p:spPr>
          <a:xfrm>
            <a:off x="932224" y="3938257"/>
            <a:ext cx="5553075" cy="2476500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C6FB6C-984F-5E47-305B-9F0CEA1CA045}"/>
              </a:ext>
            </a:extLst>
          </p:cNvPr>
          <p:cNvSpPr/>
          <p:nvPr/>
        </p:nvSpPr>
        <p:spPr>
          <a:xfrm>
            <a:off x="1086416" y="4100276"/>
            <a:ext cx="5269117" cy="2152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lephant" panose="02020904090505020303" pitchFamily="18" charset="0"/>
                <a:cs typeface="Aldhabi" panose="020F0502020204030204" pitchFamily="2" charset="-78"/>
              </a:rPr>
              <a:t>Medium Risk Wager</a:t>
            </a:r>
          </a:p>
          <a:p>
            <a:pPr algn="ctr"/>
            <a:r>
              <a:rPr lang="en-AU" sz="5400" dirty="0">
                <a:solidFill>
                  <a:sysClr val="windowText" lastClr="000000"/>
                </a:solidFill>
              </a:rPr>
              <a:t>⚡⚡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4495B4-D13A-FCAE-2DD1-78CACEB1782D}"/>
              </a:ext>
            </a:extLst>
          </p:cNvPr>
          <p:cNvSpPr/>
          <p:nvPr/>
        </p:nvSpPr>
        <p:spPr>
          <a:xfrm rot="5400000">
            <a:off x="6607238" y="2544731"/>
            <a:ext cx="5553075" cy="24765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5EC06B-D40B-9501-FB5C-108635CA7E71}"/>
              </a:ext>
            </a:extLst>
          </p:cNvPr>
          <p:cNvSpPr/>
          <p:nvPr/>
        </p:nvSpPr>
        <p:spPr>
          <a:xfrm rot="5400000">
            <a:off x="6761430" y="2706750"/>
            <a:ext cx="5269117" cy="215246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Elephant" panose="02020904090505020303" pitchFamily="18" charset="0"/>
                <a:cs typeface="Aldhabi" panose="020F0502020204030204" pitchFamily="2" charset="-78"/>
              </a:rPr>
              <a:t>Low Risk Wager</a:t>
            </a:r>
          </a:p>
          <a:p>
            <a:pPr algn="ctr"/>
            <a:r>
              <a:rPr lang="en-AU" sz="5400" dirty="0">
                <a:solidFill>
                  <a:sysClr val="windowText" lastClr="000000"/>
                </a:solidFill>
              </a:rPr>
              <a:t>⚡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0AA5D-2857-A668-DA70-8334C15CA3B7}"/>
              </a:ext>
            </a:extLst>
          </p:cNvPr>
          <p:cNvSpPr/>
          <p:nvPr/>
        </p:nvSpPr>
        <p:spPr>
          <a:xfrm>
            <a:off x="1086416" y="172016"/>
            <a:ext cx="8157172" cy="561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Cut Out Wager Token Cards</a:t>
            </a:r>
          </a:p>
        </p:txBody>
      </p:sp>
    </p:spTree>
    <p:extLst>
      <p:ext uri="{BB962C8B-B14F-4D97-AF65-F5344CB8AC3E}">
        <p14:creationId xmlns:p14="http://schemas.microsoft.com/office/powerpoint/2010/main" val="2871444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Elephant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Bethany Hooper</dc:creator>
  <cp:lastModifiedBy>Bethany Hooper</cp:lastModifiedBy>
  <cp:revision>1</cp:revision>
  <dcterms:created xsi:type="dcterms:W3CDTF">2026-01-23T17:38:03Z</dcterms:created>
  <dcterms:modified xsi:type="dcterms:W3CDTF">2026-01-23T17:46:32Z</dcterms:modified>
</cp:coreProperties>
</file>