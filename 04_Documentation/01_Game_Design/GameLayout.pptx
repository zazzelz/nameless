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C84E6-95E0-D2CE-F3C8-10F51DB4D6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987790-69C9-C94B-5AD5-C4AA70B335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3C4BD-BCFF-2374-4DE2-D51715B34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65819-5FC4-455E-A0AC-BFA29EE56644}" type="datetimeFigureOut">
              <a:rPr lang="en-AU" smtClean="0"/>
              <a:t>23/01/2026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42952-859E-0EBC-F3FB-6B4DCB5C6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A7AA3-E1A2-9DA9-A7BB-90B7D7C1A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85F3C-3F7B-4E81-97C7-6D6A36456E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064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699C2-FD8E-4DEA-576F-F55BFDD92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46855-81EA-C82D-08FC-6C55A7344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A1408-D3E4-92D0-5379-4BCBB2048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65819-5FC4-455E-A0AC-BFA29EE56644}" type="datetimeFigureOut">
              <a:rPr lang="en-AU" smtClean="0"/>
              <a:t>23/01/2026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C17FA-7B52-83FB-1F7A-BEF5FE7E4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A1CE5-F3B5-4429-5809-24BA3240A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85F3C-3F7B-4E81-97C7-6D6A36456E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2511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0F998-4586-E62E-A554-1BCBE1067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CFA1CB-CA15-301A-D79F-3B47E28E7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ECCC2-4A9D-77AD-D4A4-2184CF230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65819-5FC4-455E-A0AC-BFA29EE56644}" type="datetimeFigureOut">
              <a:rPr lang="en-AU" smtClean="0"/>
              <a:t>23/01/2026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D15B9-9086-A4B2-44F1-3A72A0488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8CD06-98C1-D60A-4B0C-2BE851005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85F3C-3F7B-4E81-97C7-6D6A36456E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3692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9BD73-4F69-D57C-1C3F-015255908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EE399-978B-4946-7D8B-1D04C6F9EA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96F58B-9BA5-32AF-B582-E7C3FDC14E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99C65D-304B-4594-47F6-4453B0ABC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65819-5FC4-455E-A0AC-BFA29EE56644}" type="datetimeFigureOut">
              <a:rPr lang="en-AU" smtClean="0"/>
              <a:t>23/01/2026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4AB82A-4643-039F-3588-474BFCBAE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B0832-B1D8-D150-3F5A-4E0904F31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85F3C-3F7B-4E81-97C7-6D6A36456E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9071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413A7-DB79-FDBA-BB34-A090EA4D4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C19479-D197-98EE-E009-55F28AED1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B2DEEA-F204-F29C-FC1E-F201FDDF4E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0E7B90-509A-55F7-2F88-4E3274B1FE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CF8AB7-B6A0-1905-7953-31A035AE67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6BE072-9A23-D4C6-8AEA-7B5F4B377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65819-5FC4-455E-A0AC-BFA29EE56644}" type="datetimeFigureOut">
              <a:rPr lang="en-AU" smtClean="0"/>
              <a:t>23/01/2026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04A15A-C973-2530-0929-9E9851083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3068A7-3956-40DE-F68B-1F0CBFAA7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85F3C-3F7B-4E81-97C7-6D6A36456E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6274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08263-D704-C8CA-AD3B-B40052C49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CBD8FE-4045-955F-B09C-7453E2965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65819-5FC4-455E-A0AC-BFA29EE56644}" type="datetimeFigureOut">
              <a:rPr lang="en-AU" smtClean="0"/>
              <a:t>23/01/2026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75F97F-C014-9606-8052-BE5949314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04F9EC-E6FE-B0EC-EB6B-6B6B193AC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85F3C-3F7B-4E81-97C7-6D6A36456E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1134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073A96-7802-1B2C-FD97-01B2076D3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65819-5FC4-455E-A0AC-BFA29EE56644}" type="datetimeFigureOut">
              <a:rPr lang="en-AU" smtClean="0"/>
              <a:t>23/01/2026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9273B8-3078-FC4D-155B-F8520F2BC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C7E975-632A-D009-01B4-149E60D7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85F3C-3F7B-4E81-97C7-6D6A36456E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6268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1F70A-7A6D-C048-FDB7-276524CD1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76706-1053-4C83-E98A-33EC36DBC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1D867-232B-1178-482D-6ECDE7791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776B4-7C76-0BD5-44E7-602AB2BF9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65819-5FC4-455E-A0AC-BFA29EE56644}" type="datetimeFigureOut">
              <a:rPr lang="en-AU" smtClean="0"/>
              <a:t>23/01/2026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44B4C-B8B1-A193-9347-D93D2BA09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8876CA-DA65-2918-854A-1FB70FC05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85F3C-3F7B-4E81-97C7-6D6A36456E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579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7579A-0916-4F08-E84D-AA00E7626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90482E-D14E-AB99-8042-8BA63CA0B7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C4C865-7CB3-52F9-DA5A-1D0C46831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DBBB87-A45E-4546-4022-6F9C233E4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65819-5FC4-455E-A0AC-BFA29EE56644}" type="datetimeFigureOut">
              <a:rPr lang="en-AU" smtClean="0"/>
              <a:t>23/01/2026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5E60C6-1AA3-68F1-3B6F-51CFBBF63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8B678-8D11-F8EA-35E3-5444C5B4C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85F3C-3F7B-4E81-97C7-6D6A36456E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7412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B6BF9-BF0D-B359-2966-2B2338541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4AF9CC-8B2A-D4C9-19E0-4DD5CE21D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88789-9C83-92D3-3FAE-EBD3F444B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65819-5FC4-455E-A0AC-BFA29EE56644}" type="datetimeFigureOut">
              <a:rPr lang="en-AU" smtClean="0"/>
              <a:t>23/01/2026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468A1-FC83-07F4-A8FB-1C6BAE098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C491D-8DC1-B96B-E089-6B02BB478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85F3C-3F7B-4E81-97C7-6D6A36456E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6327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BF14AB-CA4B-584F-0760-E80EFDF5B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0AFE31-96C2-3549-98C5-4C3A5FD8F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CA697-75BE-F66F-7CCF-F89D70D33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65819-5FC4-455E-A0AC-BFA29EE56644}" type="datetimeFigureOut">
              <a:rPr lang="en-AU" smtClean="0"/>
              <a:t>23/01/2026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D4581-EF8B-D482-E719-58C5D1B80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50BAB-C4BF-B4E8-728E-F049230F0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85F3C-3F7B-4E81-97C7-6D6A36456E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6689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71B958-DDE5-B7EE-AE08-EECA165F3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28CA8-AD60-DE0A-915B-3C5B2EF4E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BB191-8DA3-8990-8818-CDFEA5D6BC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B65819-5FC4-455E-A0AC-BFA29EE56644}" type="datetimeFigureOut">
              <a:rPr lang="en-AU" smtClean="0"/>
              <a:t>23/01/2026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53928-A111-850D-F0D3-CADECCA2C5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39095-3C30-D22B-3D0E-209BB14798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985F3C-3F7B-4E81-97C7-6D6A36456E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684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568F056-6D1E-B889-5B1C-24320759E964}"/>
              </a:ext>
            </a:extLst>
          </p:cNvPr>
          <p:cNvSpPr/>
          <p:nvPr/>
        </p:nvSpPr>
        <p:spPr>
          <a:xfrm>
            <a:off x="1511929" y="119655"/>
            <a:ext cx="10420538" cy="6618689"/>
          </a:xfrm>
          <a:prstGeom prst="roundRect">
            <a:avLst/>
          </a:prstGeom>
          <a:solidFill>
            <a:srgbClr val="8E5F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AU" sz="11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0EE2F4-8EA8-4178-6E74-FE54DE480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802" y="4422014"/>
            <a:ext cx="1038225" cy="17410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B9D4B9-F188-4D28-AF96-CDD64C88C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5758" y="691067"/>
            <a:ext cx="1038225" cy="17410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2BCD6A9-8BC9-41C7-ABD7-E5FE4C451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234" y="4377820"/>
            <a:ext cx="1038225" cy="17410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FA0D25-7E93-46B9-B397-ED13B7D38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802" y="726315"/>
            <a:ext cx="1038225" cy="174102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B8D5F6D-853A-F10E-70C3-25E054CDEE59}"/>
              </a:ext>
            </a:extLst>
          </p:cNvPr>
          <p:cNvSpPr/>
          <p:nvPr/>
        </p:nvSpPr>
        <p:spPr>
          <a:xfrm>
            <a:off x="2498799" y="726315"/>
            <a:ext cx="1019175" cy="1752600"/>
          </a:xfrm>
          <a:prstGeom prst="rect">
            <a:avLst/>
          </a:prstGeom>
          <a:solidFill>
            <a:schemeClr val="tx1">
              <a:alpha val="3411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AU" sz="11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6275E8-7F6A-41A7-9E1F-9FAB2409108F}"/>
              </a:ext>
            </a:extLst>
          </p:cNvPr>
          <p:cNvSpPr/>
          <p:nvPr/>
        </p:nvSpPr>
        <p:spPr>
          <a:xfrm>
            <a:off x="9909701" y="4366243"/>
            <a:ext cx="1019175" cy="1752600"/>
          </a:xfrm>
          <a:prstGeom prst="rect">
            <a:avLst/>
          </a:prstGeom>
          <a:solidFill>
            <a:schemeClr val="tx1">
              <a:alpha val="3411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AU" sz="11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C2FE34-C646-498A-8746-5C73D910B2A0}"/>
              </a:ext>
            </a:extLst>
          </p:cNvPr>
          <p:cNvSpPr/>
          <p:nvPr/>
        </p:nvSpPr>
        <p:spPr>
          <a:xfrm rot="16200000">
            <a:off x="8845963" y="1389391"/>
            <a:ext cx="1720499" cy="3238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1100" b="1">
                <a:solidFill>
                  <a:sysClr val="windowText" lastClr="000000"/>
                </a:solidFill>
              </a:rPr>
              <a:t>Opponent Deck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0EF68F-D1CD-1EB7-8CE9-4E3D31D2A182}"/>
              </a:ext>
            </a:extLst>
          </p:cNvPr>
          <p:cNvSpPr/>
          <p:nvPr/>
        </p:nvSpPr>
        <p:spPr>
          <a:xfrm rot="16200000">
            <a:off x="1412953" y="1429112"/>
            <a:ext cx="1752599" cy="3238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1100" b="1" dirty="0">
                <a:solidFill>
                  <a:sysClr val="windowText" lastClr="000000"/>
                </a:solidFill>
              </a:rPr>
              <a:t>Opponent Discard Pile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1C527E-55EB-5A35-9E5E-F3536F8F98D3}"/>
              </a:ext>
            </a:extLst>
          </p:cNvPr>
          <p:cNvSpPr/>
          <p:nvPr/>
        </p:nvSpPr>
        <p:spPr>
          <a:xfrm rot="16200000">
            <a:off x="8829911" y="5071670"/>
            <a:ext cx="1752599" cy="3238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b="1" dirty="0">
                <a:solidFill>
                  <a:sysClr val="windowText" lastClr="000000"/>
                </a:solidFill>
              </a:rPr>
              <a:t>Player</a:t>
            </a:r>
            <a:r>
              <a:rPr lang="en-AU" sz="1100" b="1" dirty="0">
                <a:solidFill>
                  <a:sysClr val="windowText" lastClr="000000"/>
                </a:solidFill>
              </a:rPr>
              <a:t> Discard Pile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EA364F-CDAE-14BD-90C2-39E62C632755}"/>
              </a:ext>
            </a:extLst>
          </p:cNvPr>
          <p:cNvSpPr/>
          <p:nvPr/>
        </p:nvSpPr>
        <p:spPr>
          <a:xfrm rot="16200000">
            <a:off x="1429000" y="5140862"/>
            <a:ext cx="1720499" cy="323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b="1" dirty="0">
                <a:solidFill>
                  <a:sysClr val="windowText" lastClr="000000"/>
                </a:solidFill>
              </a:rPr>
              <a:t>Player</a:t>
            </a:r>
            <a:r>
              <a:rPr lang="en-AU" sz="1100" b="1" dirty="0">
                <a:solidFill>
                  <a:sysClr val="windowText" lastClr="000000"/>
                </a:solidFill>
              </a:rPr>
              <a:t> Deck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CB85627-B8E3-D9DB-0978-9993374231F8}"/>
              </a:ext>
            </a:extLst>
          </p:cNvPr>
          <p:cNvSpPr/>
          <p:nvPr/>
        </p:nvSpPr>
        <p:spPr>
          <a:xfrm>
            <a:off x="2115418" y="3228483"/>
            <a:ext cx="1785941" cy="990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D4EB09C-9F82-D5B6-12F9-29DA10A84213}"/>
              </a:ext>
            </a:extLst>
          </p:cNvPr>
          <p:cNvSpPr/>
          <p:nvPr/>
        </p:nvSpPr>
        <p:spPr>
          <a:xfrm>
            <a:off x="9532374" y="2688988"/>
            <a:ext cx="1785941" cy="990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4A89857-44F7-7F44-9578-A3B0EBD8E045}"/>
              </a:ext>
            </a:extLst>
          </p:cNvPr>
          <p:cNvSpPr/>
          <p:nvPr/>
        </p:nvSpPr>
        <p:spPr>
          <a:xfrm>
            <a:off x="2209043" y="3303693"/>
            <a:ext cx="1620572" cy="84018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ysClr val="windowText" lastClr="000000"/>
                </a:solidFill>
              </a:rPr>
              <a:t>Player Wager Card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6137956-E4CA-D206-41F5-51AE81E0F5F4}"/>
              </a:ext>
            </a:extLst>
          </p:cNvPr>
          <p:cNvSpPr/>
          <p:nvPr/>
        </p:nvSpPr>
        <p:spPr>
          <a:xfrm>
            <a:off x="9624584" y="2758172"/>
            <a:ext cx="1620572" cy="84018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ysClr val="windowText" lastClr="000000"/>
                </a:solidFill>
              </a:rPr>
              <a:t>Opponent Wager Card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9506F7B-BEA6-B898-539C-88A949AC0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3900" y="3723783"/>
            <a:ext cx="1051578" cy="174102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FAF8AE2-A525-9848-5CFC-96C030516E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7764043" y="1425662"/>
            <a:ext cx="1065867" cy="17526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C39381EC-A7A4-575D-D4D5-0904A7FE7BBF}"/>
              </a:ext>
            </a:extLst>
          </p:cNvPr>
          <p:cNvSpPr/>
          <p:nvPr/>
        </p:nvSpPr>
        <p:spPr>
          <a:xfrm>
            <a:off x="4514374" y="5501916"/>
            <a:ext cx="1070630" cy="4690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b="1" dirty="0">
                <a:solidFill>
                  <a:sysClr val="windowText" lastClr="000000"/>
                </a:solidFill>
              </a:rPr>
              <a:t>Player</a:t>
            </a:r>
            <a:r>
              <a:rPr lang="en-AU" sz="1100" b="1" dirty="0">
                <a:solidFill>
                  <a:sysClr val="windowText" lastClr="000000"/>
                </a:solidFill>
              </a:rPr>
              <a:t> Phase 1 Card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BCA115-D201-EEC5-7A6A-AA5DC4AEE702}"/>
              </a:ext>
            </a:extLst>
          </p:cNvPr>
          <p:cNvSpPr/>
          <p:nvPr/>
        </p:nvSpPr>
        <p:spPr>
          <a:xfrm>
            <a:off x="7756449" y="902238"/>
            <a:ext cx="1070630" cy="4690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1100" b="1" dirty="0">
                <a:solidFill>
                  <a:sysClr val="windowText" lastClr="000000"/>
                </a:solidFill>
              </a:rPr>
              <a:t>Opponent Phase 1 Card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696AE9A-1F99-CADF-936E-1BBBFED278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8421" y="3679588"/>
            <a:ext cx="1076912" cy="1785218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CC0672A6-D716-4B64-1C60-CD94C207C9FE}"/>
              </a:ext>
            </a:extLst>
          </p:cNvPr>
          <p:cNvSpPr/>
          <p:nvPr/>
        </p:nvSpPr>
        <p:spPr>
          <a:xfrm>
            <a:off x="7804703" y="5501916"/>
            <a:ext cx="1070630" cy="4690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b="1" dirty="0">
                <a:solidFill>
                  <a:sysClr val="windowText" lastClr="000000"/>
                </a:solidFill>
              </a:rPr>
              <a:t>Player</a:t>
            </a:r>
            <a:r>
              <a:rPr lang="en-AU" sz="1100" b="1" dirty="0">
                <a:solidFill>
                  <a:sysClr val="windowText" lastClr="000000"/>
                </a:solidFill>
              </a:rPr>
              <a:t> Phase 2 Card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A31913F-366B-7AAF-EDC5-835BA9EEEC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4504844" y="1420957"/>
            <a:ext cx="1060730" cy="176201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B1903EB4-268A-107E-9134-86C7D8F03A47}"/>
              </a:ext>
            </a:extLst>
          </p:cNvPr>
          <p:cNvSpPr/>
          <p:nvPr/>
        </p:nvSpPr>
        <p:spPr>
          <a:xfrm>
            <a:off x="4494944" y="902237"/>
            <a:ext cx="1070630" cy="4690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1100" b="1" dirty="0">
                <a:solidFill>
                  <a:sysClr val="windowText" lastClr="000000"/>
                </a:solidFill>
              </a:rPr>
              <a:t>Opponent Phase 2 Card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19F8CA9-3FF5-F13E-3AE7-2497287DC403}"/>
              </a:ext>
            </a:extLst>
          </p:cNvPr>
          <p:cNvSpPr/>
          <p:nvPr/>
        </p:nvSpPr>
        <p:spPr>
          <a:xfrm>
            <a:off x="5748950" y="2688988"/>
            <a:ext cx="1935882" cy="13779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ysClr val="windowText" lastClr="000000"/>
                </a:solidFill>
              </a:rPr>
              <a:t>Dice Rolls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130EB47-F523-6303-7394-17FD62022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202518" y="4688608"/>
            <a:ext cx="1038225" cy="174102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22A1E37-5F87-484E-F2B2-A806EE53A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175740" y="389977"/>
            <a:ext cx="1038225" cy="1741023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23D2EB2F-8162-686C-E8DD-E606BF60FCA7}"/>
              </a:ext>
            </a:extLst>
          </p:cNvPr>
          <p:cNvSpPr/>
          <p:nvPr/>
        </p:nvSpPr>
        <p:spPr>
          <a:xfrm>
            <a:off x="6143336" y="196004"/>
            <a:ext cx="1070630" cy="4690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1100" b="1" dirty="0">
                <a:solidFill>
                  <a:sysClr val="windowText" lastClr="000000"/>
                </a:solidFill>
              </a:rPr>
              <a:t>Opponent </a:t>
            </a:r>
            <a:r>
              <a:rPr lang="en-AU" b="1" dirty="0">
                <a:solidFill>
                  <a:sysClr val="windowText" lastClr="000000"/>
                </a:solidFill>
              </a:rPr>
              <a:t>Trap</a:t>
            </a:r>
            <a:r>
              <a:rPr lang="en-AU" sz="1100" b="1" dirty="0">
                <a:solidFill>
                  <a:sysClr val="windowText" lastClr="000000"/>
                </a:solidFill>
              </a:rPr>
              <a:t> Card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34C5BE-8895-E6E7-0E7F-E20F8F8DEAC5}"/>
              </a:ext>
            </a:extLst>
          </p:cNvPr>
          <p:cNvSpPr/>
          <p:nvPr/>
        </p:nvSpPr>
        <p:spPr>
          <a:xfrm>
            <a:off x="6186315" y="6155380"/>
            <a:ext cx="1070630" cy="4690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b="1" dirty="0">
                <a:solidFill>
                  <a:sysClr val="windowText" lastClr="000000"/>
                </a:solidFill>
              </a:rPr>
              <a:t>Player</a:t>
            </a:r>
            <a:r>
              <a:rPr lang="en-AU" sz="1100" b="1" dirty="0">
                <a:solidFill>
                  <a:sysClr val="windowText" lastClr="000000"/>
                </a:solidFill>
              </a:rPr>
              <a:t> </a:t>
            </a:r>
            <a:r>
              <a:rPr lang="en-AU" b="1" dirty="0">
                <a:solidFill>
                  <a:sysClr val="windowText" lastClr="000000"/>
                </a:solidFill>
              </a:rPr>
              <a:t>Trap</a:t>
            </a:r>
            <a:r>
              <a:rPr lang="en-AU" sz="1100" b="1" dirty="0">
                <a:solidFill>
                  <a:sysClr val="windowText" lastClr="000000"/>
                </a:solidFill>
              </a:rPr>
              <a:t> Card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45944B6-EE6B-C425-6FFA-1F5F8D17CDCF}"/>
              </a:ext>
            </a:extLst>
          </p:cNvPr>
          <p:cNvSpPr/>
          <p:nvPr/>
        </p:nvSpPr>
        <p:spPr>
          <a:xfrm>
            <a:off x="156005" y="2033105"/>
            <a:ext cx="1785941" cy="2415466"/>
          </a:xfrm>
          <a:prstGeom prst="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ysClr val="windowText" lastClr="000000"/>
                </a:solidFill>
              </a:rPr>
              <a:t>⚡ Choose Wager</a:t>
            </a:r>
          </a:p>
          <a:p>
            <a:pPr algn="ctr"/>
            <a:r>
              <a:rPr lang="en-AU" sz="1600" dirty="0">
                <a:solidFill>
                  <a:sysClr val="windowText" lastClr="000000"/>
                </a:solidFill>
              </a:rPr>
              <a:t>◖ Phase 1 or Trap (Pre-Roll)</a:t>
            </a:r>
          </a:p>
          <a:p>
            <a:pPr algn="ctr"/>
            <a:r>
              <a:rPr lang="en-AU" sz="1600" dirty="0">
                <a:solidFill>
                  <a:sysClr val="windowText" lastClr="000000"/>
                </a:solidFill>
              </a:rPr>
              <a:t>🎲 Roll Dice</a:t>
            </a:r>
          </a:p>
          <a:p>
            <a:pPr algn="ctr"/>
            <a:r>
              <a:rPr lang="en-AU" sz="1600" dirty="0">
                <a:solidFill>
                  <a:sysClr val="windowText" lastClr="000000"/>
                </a:solidFill>
              </a:rPr>
              <a:t>◗ Phase 2 or Trap (Post-Roll)</a:t>
            </a:r>
          </a:p>
          <a:p>
            <a:pPr algn="ctr"/>
            <a:r>
              <a:rPr lang="en-AU" sz="1600" dirty="0">
                <a:solidFill>
                  <a:sysClr val="windowText" lastClr="000000"/>
                </a:solidFill>
              </a:rPr>
              <a:t>⚖️ Resolve Totals &amp; Wager</a:t>
            </a:r>
          </a:p>
          <a:p>
            <a:pPr algn="ctr"/>
            <a:r>
              <a:rPr lang="en-AU" sz="1600" dirty="0">
                <a:solidFill>
                  <a:sysClr val="windowText" lastClr="000000"/>
                </a:solidFill>
              </a:rPr>
              <a:t>🗑 Cleanup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FCACC64-BB13-C644-F5F6-2AB3B7985383}"/>
              </a:ext>
            </a:extLst>
          </p:cNvPr>
          <p:cNvSpPr/>
          <p:nvPr/>
        </p:nvSpPr>
        <p:spPr>
          <a:xfrm>
            <a:off x="156005" y="1315317"/>
            <a:ext cx="1785941" cy="717788"/>
          </a:xfrm>
          <a:prstGeom prst="rect">
            <a:avLst/>
          </a:prstGeom>
          <a:solidFill>
            <a:srgbClr val="FFC000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ysClr val="windowText" lastClr="000000"/>
                </a:solidFill>
              </a:rPr>
              <a:t>Round Flow</a:t>
            </a:r>
          </a:p>
        </p:txBody>
      </p:sp>
    </p:spTree>
    <p:extLst>
      <p:ext uri="{BB962C8B-B14F-4D97-AF65-F5344CB8AC3E}">
        <p14:creationId xmlns:p14="http://schemas.microsoft.com/office/powerpoint/2010/main" val="2641514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71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Bethany Hooper</dc:creator>
  <cp:lastModifiedBy>Bethany Hooper</cp:lastModifiedBy>
  <cp:revision>1</cp:revision>
  <dcterms:created xsi:type="dcterms:W3CDTF">2026-01-23T14:15:44Z</dcterms:created>
  <dcterms:modified xsi:type="dcterms:W3CDTF">2026-01-23T17:08:09Z</dcterms:modified>
</cp:coreProperties>
</file>